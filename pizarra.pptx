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12/06/2026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/>
        </p:nvSpPr>
        <p:spPr>
          <a:xfrm>
            <a:off x="5220072" y="2420888"/>
            <a:ext cx="1656184" cy="12961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Elipse"/>
          <p:cNvSpPr/>
          <p:nvPr/>
        </p:nvSpPr>
        <p:spPr>
          <a:xfrm>
            <a:off x="755576" y="2924944"/>
            <a:ext cx="1224136" cy="12241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1835696" y="2780928"/>
            <a:ext cx="3528392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 flipH="1">
            <a:off x="1907704" y="2852936"/>
            <a:ext cx="338437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2483768" y="263691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suscripción</a:t>
            </a:r>
            <a:endParaRPr lang="es-ES" dirty="0"/>
          </a:p>
        </p:txBody>
      </p:sp>
      <p:sp>
        <p:nvSpPr>
          <p:cNvPr id="14" name="13 Rectángulo"/>
          <p:cNvSpPr/>
          <p:nvPr/>
        </p:nvSpPr>
        <p:spPr>
          <a:xfrm>
            <a:off x="5508104" y="2564904"/>
            <a:ext cx="72008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" name="15 Conector recto de flecha"/>
          <p:cNvCxnSpPr/>
          <p:nvPr/>
        </p:nvCxnSpPr>
        <p:spPr>
          <a:xfrm flipH="1">
            <a:off x="1979712" y="3284984"/>
            <a:ext cx="3528392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987824" y="44371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Observable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lipse"/>
          <p:cNvSpPr/>
          <p:nvPr/>
        </p:nvSpPr>
        <p:spPr>
          <a:xfrm>
            <a:off x="6156176" y="2060848"/>
            <a:ext cx="2088232" cy="12241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CuadroTexto"/>
          <p:cNvSpPr txBox="1"/>
          <p:nvPr/>
        </p:nvSpPr>
        <p:spPr>
          <a:xfrm>
            <a:off x="6444208" y="234888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servicio REST</a:t>
            </a:r>
            <a:endParaRPr lang="es-ES" dirty="0"/>
          </a:p>
        </p:txBody>
      </p:sp>
      <p:sp>
        <p:nvSpPr>
          <p:cNvPr id="4" name="3 Rectángulo redondeado"/>
          <p:cNvSpPr/>
          <p:nvPr/>
        </p:nvSpPr>
        <p:spPr>
          <a:xfrm>
            <a:off x="827584" y="2132856"/>
            <a:ext cx="2232248" cy="1224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6588224" y="134076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back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1187624" y="148478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front</a:t>
            </a:r>
            <a:endParaRPr lang="es-ES" dirty="0"/>
          </a:p>
        </p:txBody>
      </p:sp>
      <p:cxnSp>
        <p:nvCxnSpPr>
          <p:cNvPr id="8" name="7 Conector recto"/>
          <p:cNvCxnSpPr>
            <a:stCxn id="4" idx="0"/>
            <a:endCxn id="4" idx="2"/>
          </p:cNvCxnSpPr>
          <p:nvPr/>
        </p:nvCxnSpPr>
        <p:spPr>
          <a:xfrm>
            <a:off x="1943708" y="2132856"/>
            <a:ext cx="0" cy="1224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2051720" y="249289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service</a:t>
            </a:r>
            <a:endParaRPr lang="es-ES" dirty="0"/>
          </a:p>
        </p:txBody>
      </p:sp>
      <p:sp>
        <p:nvSpPr>
          <p:cNvPr id="10" name="9 Nube"/>
          <p:cNvSpPr/>
          <p:nvPr/>
        </p:nvSpPr>
        <p:spPr>
          <a:xfrm>
            <a:off x="3923928" y="2348880"/>
            <a:ext cx="1728192" cy="72008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Forma libre"/>
          <p:cNvSpPr/>
          <p:nvPr/>
        </p:nvSpPr>
        <p:spPr>
          <a:xfrm>
            <a:off x="3053751" y="2070340"/>
            <a:ext cx="3105509" cy="543464"/>
          </a:xfrm>
          <a:custGeom>
            <a:avLst/>
            <a:gdLst>
              <a:gd name="connsiteX0" fmla="*/ 0 w 3105509"/>
              <a:gd name="connsiteY0" fmla="*/ 543464 h 543464"/>
              <a:gd name="connsiteX1" fmla="*/ 1457864 w 3105509"/>
              <a:gd name="connsiteY1" fmla="*/ 25879 h 543464"/>
              <a:gd name="connsiteX2" fmla="*/ 3105509 w 3105509"/>
              <a:gd name="connsiteY2" fmla="*/ 388188 h 543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5509" h="543464">
                <a:moveTo>
                  <a:pt x="0" y="543464"/>
                </a:moveTo>
                <a:cubicBezTo>
                  <a:pt x="470139" y="297611"/>
                  <a:pt x="940279" y="51758"/>
                  <a:pt x="1457864" y="25879"/>
                </a:cubicBezTo>
                <a:cubicBezTo>
                  <a:pt x="1975449" y="0"/>
                  <a:pt x="2540479" y="194094"/>
                  <a:pt x="3105509" y="388188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Forma libre"/>
          <p:cNvSpPr/>
          <p:nvPr/>
        </p:nvSpPr>
        <p:spPr>
          <a:xfrm>
            <a:off x="3122762" y="3001992"/>
            <a:ext cx="3114136" cy="396815"/>
          </a:xfrm>
          <a:custGeom>
            <a:avLst/>
            <a:gdLst>
              <a:gd name="connsiteX0" fmla="*/ 3114136 w 3114136"/>
              <a:gd name="connsiteY0" fmla="*/ 0 h 396815"/>
              <a:gd name="connsiteX1" fmla="*/ 1630393 w 3114136"/>
              <a:gd name="connsiteY1" fmla="*/ 370936 h 396815"/>
              <a:gd name="connsiteX2" fmla="*/ 0 w 3114136"/>
              <a:gd name="connsiteY2" fmla="*/ 155276 h 39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4136" h="396815">
                <a:moveTo>
                  <a:pt x="3114136" y="0"/>
                </a:moveTo>
                <a:cubicBezTo>
                  <a:pt x="2631776" y="172528"/>
                  <a:pt x="2149416" y="345057"/>
                  <a:pt x="1630393" y="370936"/>
                </a:cubicBezTo>
                <a:cubicBezTo>
                  <a:pt x="1111370" y="396815"/>
                  <a:pt x="555685" y="276045"/>
                  <a:pt x="0" y="155276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3419872" y="1556792"/>
            <a:ext cx="216024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14 Conector recto"/>
          <p:cNvCxnSpPr/>
          <p:nvPr/>
        </p:nvCxnSpPr>
        <p:spPr>
          <a:xfrm>
            <a:off x="4139952" y="1556792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3419872" y="3789040"/>
            <a:ext cx="216024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16 Conector recto"/>
          <p:cNvCxnSpPr/>
          <p:nvPr/>
        </p:nvCxnSpPr>
        <p:spPr>
          <a:xfrm>
            <a:off x="4139952" y="378904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CuadroTexto"/>
          <p:cNvSpPr txBox="1"/>
          <p:nvPr/>
        </p:nvSpPr>
        <p:spPr>
          <a:xfrm>
            <a:off x="4283968" y="375453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JSON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11560" y="1340768"/>
            <a:ext cx="4176464" cy="3600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Rectángulo"/>
          <p:cNvSpPr/>
          <p:nvPr/>
        </p:nvSpPr>
        <p:spPr>
          <a:xfrm>
            <a:off x="1043608" y="1844824"/>
            <a:ext cx="230425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3491880" y="184482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043608" y="3140968"/>
            <a:ext cx="2880320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7 Conector recto"/>
          <p:cNvCxnSpPr/>
          <p:nvPr/>
        </p:nvCxnSpPr>
        <p:spPr>
          <a:xfrm>
            <a:off x="1043608" y="3356992"/>
            <a:ext cx="2880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>
            <a:stCxn id="6" idx="1"/>
            <a:endCxn id="6" idx="3"/>
          </p:cNvCxnSpPr>
          <p:nvPr/>
        </p:nvCxnSpPr>
        <p:spPr>
          <a:xfrm>
            <a:off x="1043608" y="3717032"/>
            <a:ext cx="2880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1043608" y="4005064"/>
            <a:ext cx="28803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1619672" y="3140968"/>
            <a:ext cx="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>
            <a:stCxn id="6" idx="0"/>
            <a:endCxn id="6" idx="2"/>
          </p:cNvCxnSpPr>
          <p:nvPr/>
        </p:nvCxnSpPr>
        <p:spPr>
          <a:xfrm>
            <a:off x="2483768" y="3140968"/>
            <a:ext cx="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3203848" y="3140968"/>
            <a:ext cx="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Rectángulo redondeado"/>
          <p:cNvSpPr/>
          <p:nvPr/>
        </p:nvSpPr>
        <p:spPr>
          <a:xfrm>
            <a:off x="899592" y="1628800"/>
            <a:ext cx="3096344" cy="792088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9 Rectángulo redondeado"/>
          <p:cNvSpPr/>
          <p:nvPr/>
        </p:nvSpPr>
        <p:spPr>
          <a:xfrm>
            <a:off x="971600" y="2852936"/>
            <a:ext cx="3096344" cy="1584176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2" name="21 Conector recto de flecha"/>
          <p:cNvCxnSpPr>
            <a:endCxn id="19" idx="3"/>
          </p:cNvCxnSpPr>
          <p:nvPr/>
        </p:nvCxnSpPr>
        <p:spPr>
          <a:xfrm flipH="1">
            <a:off x="3995936" y="1700808"/>
            <a:ext cx="2376264" cy="3240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 flipH="1">
            <a:off x="4139952" y="1700808"/>
            <a:ext cx="2232248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6516216" y="148478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hijos</a:t>
            </a:r>
            <a:endParaRPr lang="es-ES" dirty="0"/>
          </a:p>
        </p:txBody>
      </p:sp>
      <p:cxnSp>
        <p:nvCxnSpPr>
          <p:cNvPr id="27" name="26 Conector recto de flecha"/>
          <p:cNvCxnSpPr>
            <a:endCxn id="2" idx="0"/>
          </p:cNvCxnSpPr>
          <p:nvPr/>
        </p:nvCxnSpPr>
        <p:spPr>
          <a:xfrm>
            <a:off x="1979712" y="836712"/>
            <a:ext cx="72008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1547664" y="54868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padre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10</Words>
  <Application>Microsoft Office PowerPoint</Application>
  <PresentationFormat>Presentación en pantalla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Diapositiva 1</vt:lpstr>
      <vt:lpstr>Diapositiva 2</vt:lpstr>
      <vt:lpstr>Diapositiva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Antonio</cp:lastModifiedBy>
  <cp:revision>3</cp:revision>
  <dcterms:created xsi:type="dcterms:W3CDTF">2026-06-08T12:21:05Z</dcterms:created>
  <dcterms:modified xsi:type="dcterms:W3CDTF">2026-06-12T12:18:56Z</dcterms:modified>
</cp:coreProperties>
</file>